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</c:v>
                </c:pt>
                <c:pt idx="1">
                  <c:v>1050</c:v>
                </c:pt>
                <c:pt idx="2">
                  <c:v>1100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18% to $4.2M</a:t>
            </a:r>
          </a:p>
          <a:p>
            <a:r>
              <a:t>Launch of v2 planned for 14 March 2026</a:t>
            </a:r>
          </a:p>
          <a:p>
            <a:r>
              <a:t>Churn fell to 2.1%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