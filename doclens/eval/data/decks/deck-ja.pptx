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第1四半期</c:v>
                </c:pt>
                <c:pt idx="1">
                  <c:v>第2四半期</c:v>
                </c:pt>
                <c:pt idx="2">
                  <c:v>第3四半期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</c:v>
                </c:pt>
                <c:pt idx="1">
                  <c:v>320</c:v>
                </c:pt>
                <c:pt idx="2">
                  <c:v>310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2026年度 事業計画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売上高は前年比12%増の1,234百万円</a:t>
            </a:r>
          </a:p>
          <a:p>
            <a:r>
              <a:t>営業利益は56百万円</a:t>
            </a:r>
          </a:p>
          <a:p>
            <a:r>
              <a:t>新製品は2026年10月24日に発売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四半期別実績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四半期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売上高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営業利益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第1四半期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第2四半期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第3四半期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四半期別売上高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